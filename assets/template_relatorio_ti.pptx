
<file path=[Content_Types].xml><?xml version="1.0" encoding="utf-8"?>
<Types xmlns="http://schemas.openxmlformats.org/package/2006/content-types">
  <Default Extension="emf" ContentType="image/x-emf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1016" r:id="rId5"/>
    <p:sldId id="1174" r:id="rId6"/>
    <p:sldId id="1175" r:id="rId7"/>
    <p:sldId id="1177" r:id="rId8"/>
    <p:sldId id="1176" r:id="rId9"/>
    <p:sldId id="1179" r:id="rId10"/>
    <p:sldId id="1180" r:id="rId11"/>
    <p:sldId id="1191" r:id="rId12"/>
    <p:sldId id="1187" r:id="rId13"/>
    <p:sldId id="1183" r:id="rId14"/>
    <p:sldId id="1190" r:id="rId15"/>
    <p:sldId id="1184" r:id="rId16"/>
    <p:sldId id="1192" r:id="rId17"/>
  </p:sldIdLst>
  <p:sldSz cx="17557750" cy="987425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0" userDrawn="1">
          <p15:clr>
            <a:srgbClr val="A4A3A4"/>
          </p15:clr>
        </p15:guide>
        <p15:guide id="2" pos="5530" userDrawn="1">
          <p15:clr>
            <a:srgbClr val="A4A3A4"/>
          </p15:clr>
        </p15:guide>
        <p15:guide id="3" orient="horz" pos="4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4CE572-C9C3-5D21-0FE1-F873152515B8}" name="Monica Maculevicius Ferreira" initials="MMF" userId="S::monica.ferreira@afonsofranca.com.br::db2bb125-3f54-41dd-8629-c9b7cd0847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773"/>
    <a:srgbClr val="002060"/>
    <a:srgbClr val="FECF0C"/>
    <a:srgbClr val="3CBE30"/>
    <a:srgbClr val="AFC02F"/>
    <a:srgbClr val="19DF97"/>
    <a:srgbClr val="F19F1B"/>
    <a:srgbClr val="7A1D88"/>
    <a:srgbClr val="49B2B1"/>
    <a:srgbClr val="57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7" y="82"/>
      </p:cViewPr>
      <p:guideLst>
        <p:guide orient="horz" pos="3110"/>
        <p:guide pos="5530"/>
        <p:guide orient="horz" pos="406"/>
      </p:guideLst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49F31AE-5B93-4DAD-859C-9A8414A30A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7856AC2-89A6-48F0-B42B-6C2066F7EF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933D6-AE30-404D-9E48-974682843C85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01DEEE-321E-4EA0-9869-01C851A256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56419C-5ADF-4C6C-8F58-8C85135E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55B5C-811C-48E6-9FEE-0018CAE9BC1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40825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DC2E4-9378-4802-A9E9-75762154E9FF}" type="datetimeFigureOut">
              <a:rPr lang="pt-BR" smtClean="0"/>
              <a:t>04/03/2026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74ED3-E94C-4265-A4BE-748A77BC5D2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981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291806C0-B145-8072-A48D-BEE593E174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3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Foto em preto e branco de cidade iluminada&#10;&#10;Descrição gerada automaticamente com confiança média">
            <a:extLst>
              <a:ext uri="{FF2B5EF4-FFF2-40B4-BE49-F238E27FC236}">
                <a16:creationId xmlns:a16="http://schemas.microsoft.com/office/drawing/2014/main" id="{1961A05A-3B19-AC24-7D00-C76B85037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" y="0"/>
            <a:ext cx="17557270" cy="9874250"/>
          </a:xfrm>
          <a:prstGeom prst="rect">
            <a:avLst/>
          </a:prstGeom>
        </p:spPr>
      </p:pic>
      <p:pic>
        <p:nvPicPr>
          <p:cNvPr id="4" name="Imagem 3" descr="Fundo preto com letras brancas&#10;&#10;Descrição gerada automaticamente">
            <a:extLst>
              <a:ext uri="{FF2B5EF4-FFF2-40B4-BE49-F238E27FC236}">
                <a16:creationId xmlns:a16="http://schemas.microsoft.com/office/drawing/2014/main" id="{0D13B64D-E0CB-F217-9A4C-F94B5D80D0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98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magem em preto e branco&#10;&#10;Descrição gerada automaticamente com confiança média">
            <a:extLst>
              <a:ext uri="{FF2B5EF4-FFF2-40B4-BE49-F238E27FC236}">
                <a16:creationId xmlns:a16="http://schemas.microsoft.com/office/drawing/2014/main" id="{E14631F9-15E1-2382-BEAD-9DCEDDBA1B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4" y="0"/>
            <a:ext cx="17554222" cy="987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6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05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690" r:id="rId3"/>
  </p:sldLayoutIdLst>
  <p:txStyles>
    <p:titleStyle>
      <a:lvl1pPr algn="l" defTabSz="1316553" rtl="0" eaLnBrk="1" latinLnBrk="0" hangingPunct="1">
        <a:lnSpc>
          <a:spcPct val="90000"/>
        </a:lnSpc>
        <a:spcBef>
          <a:spcPct val="0"/>
        </a:spcBef>
        <a:buNone/>
        <a:defRPr sz="63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9138" indent="-329138" algn="l" defTabSz="1316553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4031" kern="1200">
          <a:solidFill>
            <a:schemeClr val="tx1"/>
          </a:solidFill>
          <a:latin typeface="+mn-lt"/>
          <a:ea typeface="+mn-ea"/>
          <a:cs typeface="+mn-cs"/>
        </a:defRPr>
      </a:lvl1pPr>
      <a:lvl2pPr marL="987415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3456" kern="1200">
          <a:solidFill>
            <a:schemeClr val="tx1"/>
          </a:solidFill>
          <a:latin typeface="+mn-lt"/>
          <a:ea typeface="+mn-ea"/>
          <a:cs typeface="+mn-cs"/>
        </a:defRPr>
      </a:lvl2pPr>
      <a:lvl3pPr marL="1645691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303968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4pPr>
      <a:lvl5pPr marL="2962245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5pPr>
      <a:lvl6pPr marL="3620521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6pPr>
      <a:lvl7pPr marL="4278798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7pPr>
      <a:lvl8pPr marL="4937074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8pPr>
      <a:lvl9pPr marL="5595351" indent="-329138" algn="l" defTabSz="1316553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1pPr>
      <a:lvl2pPr marL="658277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316553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3pPr>
      <a:lvl4pPr marL="1974830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4pPr>
      <a:lvl5pPr marL="2633106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5pPr>
      <a:lvl6pPr marL="3291383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6pPr>
      <a:lvl7pPr marL="3949659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7pPr>
      <a:lvl8pPr marL="4607936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8pPr>
      <a:lvl9pPr marL="5266212" algn="l" defTabSz="1316553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PowerPoint_Presentation1.pptx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PowerPoint_Presentation2.pptx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PowerPoint_Presentation3.pptx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PowerPoint_Presentation4.pptx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PowerPoint_Presentation5.pptx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PowerPoint_Presentation6.pptx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PowerPoint_Presentation7.pptx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PowerPoint_Presentation8.pptx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PowerPoint_Presentation9.pptx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package" Target="../embeddings/Microsoft_PowerPoint_Presentation10.ppt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16E7779-4AC5-F7DE-D648-406C57F1B78F}"/>
              </a:ext>
            </a:extLst>
          </p:cNvPr>
          <p:cNvSpPr txBox="1"/>
          <p:nvPr/>
        </p:nvSpPr>
        <p:spPr>
          <a:xfrm>
            <a:off x="977900" y="3622831"/>
            <a:ext cx="14444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6000" b="1" dirty="0">
                <a:solidFill>
                  <a:schemeClr val="bg1"/>
                </a:solidFill>
                <a:latin typeface="+mj-lt"/>
              </a:rPr>
              <a:t>Tecnologia da Informação – Fevereiro / 2026</a:t>
            </a:r>
          </a:p>
        </p:txBody>
      </p:sp>
    </p:spTree>
    <p:extLst>
      <p:ext uri="{BB962C8B-B14F-4D97-AF65-F5344CB8AC3E}">
        <p14:creationId xmlns:p14="http://schemas.microsoft.com/office/powerpoint/2010/main" val="56292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>
            <a:hlinkClick r:id="" action="ppaction://ole?verb=0"/>
            <a:extLst>
              <a:ext uri="{FF2B5EF4-FFF2-40B4-BE49-F238E27FC236}">
                <a16:creationId xmlns:a16="http://schemas.microsoft.com/office/drawing/2014/main" id="{C3211059-7CB5-17F1-6469-84D3C199E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991634"/>
              </p:ext>
            </p:extLst>
          </p:nvPr>
        </p:nvGraphicFramePr>
        <p:xfrm>
          <a:off x="557212" y="614363"/>
          <a:ext cx="15887700" cy="822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6466442" imgH="3636491" progId="PowerPoint.Show.12">
                  <p:embed/>
                </p:oleObj>
              </mc:Choice>
              <mc:Fallback>
                <p:oleObj name="Presentation" r:id="rId2" imgW="6466442" imgH="3636491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7212" y="614363"/>
                        <a:ext cx="15887700" cy="8221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763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>
            <a:hlinkClick r:id="" action="ppaction://ole?verb=0"/>
            <a:extLst>
              <a:ext uri="{FF2B5EF4-FFF2-40B4-BE49-F238E27FC236}">
                <a16:creationId xmlns:a16="http://schemas.microsoft.com/office/drawing/2014/main" id="{BD5587C9-7AD7-F8AE-6E08-05419B9490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807037"/>
              </p:ext>
            </p:extLst>
          </p:nvPr>
        </p:nvGraphicFramePr>
        <p:xfrm>
          <a:off x="428625" y="650875"/>
          <a:ext cx="15559087" cy="857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8625" y="650875"/>
                        <a:ext cx="15559087" cy="857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9343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4">
            <a:extLst>
              <a:ext uri="{FF2B5EF4-FFF2-40B4-BE49-F238E27FC236}">
                <a16:creationId xmlns:a16="http://schemas.microsoft.com/office/drawing/2014/main" id="{EF73596D-BD59-A748-2E9F-512594225AC1}"/>
              </a:ext>
            </a:extLst>
          </p:cNvPr>
          <p:cNvSpPr txBox="1"/>
          <p:nvPr/>
        </p:nvSpPr>
        <p:spPr>
          <a:xfrm>
            <a:off x="7333089" y="8823642"/>
            <a:ext cx="7183789" cy="57698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9530" tIns="49530" rIns="49530" bIns="49530" numCol="1" spcCol="1270" anchor="ctr" anchorCtr="0">
            <a:noAutofit/>
          </a:bodyPr>
          <a:lstStyle/>
          <a:p>
            <a:pPr marL="0" lvl="0" indent="0" algn="l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pt-BR" sz="1300" dirty="0"/>
          </a:p>
        </p:txBody>
      </p:sp>
      <p:graphicFrame>
        <p:nvGraphicFramePr>
          <p:cNvPr id="2" name="Objeto 1">
            <a:hlinkClick r:id="" action="ppaction://ole?verb=0"/>
            <a:extLst>
              <a:ext uri="{FF2B5EF4-FFF2-40B4-BE49-F238E27FC236}">
                <a16:creationId xmlns:a16="http://schemas.microsoft.com/office/drawing/2014/main" id="{D530BABB-35FA-C7EB-7650-C79D902DEA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148833"/>
              </p:ext>
            </p:extLst>
          </p:nvPr>
        </p:nvGraphicFramePr>
        <p:xfrm>
          <a:off x="957261" y="535267"/>
          <a:ext cx="15016163" cy="8576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7261" y="535267"/>
                        <a:ext cx="15016163" cy="8576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771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abela&#10;&#10;O conteúdo gerado por IA pode estar incorreto.">
            <a:extLst>
              <a:ext uri="{FF2B5EF4-FFF2-40B4-BE49-F238E27FC236}">
                <a16:creationId xmlns:a16="http://schemas.microsoft.com/office/drawing/2014/main" id="{6A12A246-4A7B-8905-6E9D-36409EE6F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2" y="0"/>
            <a:ext cx="17508538" cy="987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324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>
            <a:hlinkClick r:id="" action="ppaction://ole?verb=0"/>
            <a:extLst>
              <a:ext uri="{FF2B5EF4-FFF2-40B4-BE49-F238E27FC236}">
                <a16:creationId xmlns:a16="http://schemas.microsoft.com/office/drawing/2014/main" id="{654B5A39-BDFF-F44D-DE27-017DD98317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92096"/>
              </p:ext>
            </p:extLst>
          </p:nvPr>
        </p:nvGraphicFramePr>
        <p:xfrm>
          <a:off x="657225" y="529628"/>
          <a:ext cx="15259050" cy="8685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7225" y="529628"/>
                        <a:ext cx="15259050" cy="86858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900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>
            <a:hlinkClick r:id="" action="ppaction://ole?verb=0"/>
            <a:extLst>
              <a:ext uri="{FF2B5EF4-FFF2-40B4-BE49-F238E27FC236}">
                <a16:creationId xmlns:a16="http://schemas.microsoft.com/office/drawing/2014/main" id="{F14C4AD4-B285-5B8D-D11D-E825D75216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564037"/>
              </p:ext>
            </p:extLst>
          </p:nvPr>
        </p:nvGraphicFramePr>
        <p:xfrm>
          <a:off x="471486" y="545703"/>
          <a:ext cx="15487651" cy="8711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1486" y="545703"/>
                        <a:ext cx="15487651" cy="8711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6471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2B37E-ADF0-376C-CAD4-8E4143046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>
            <a:hlinkClick r:id="" action="ppaction://ole?verb=0"/>
            <a:extLst>
              <a:ext uri="{FF2B5EF4-FFF2-40B4-BE49-F238E27FC236}">
                <a16:creationId xmlns:a16="http://schemas.microsoft.com/office/drawing/2014/main" id="{F00DB4FA-DE98-FD4C-5202-6095241968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7893535"/>
              </p:ext>
            </p:extLst>
          </p:nvPr>
        </p:nvGraphicFramePr>
        <p:xfrm>
          <a:off x="242888" y="528638"/>
          <a:ext cx="15730537" cy="870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888" y="528638"/>
                        <a:ext cx="15730537" cy="8701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612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7EE77-1564-852F-3811-5D5077CD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: Cantos Arredondados 4">
            <a:extLst>
              <a:ext uri="{FF2B5EF4-FFF2-40B4-BE49-F238E27FC236}">
                <a16:creationId xmlns:a16="http://schemas.microsoft.com/office/drawing/2014/main" id="{3137BDFB-1CFF-9224-7476-2E05D05414C2}"/>
              </a:ext>
            </a:extLst>
          </p:cNvPr>
          <p:cNvSpPr txBox="1"/>
          <p:nvPr/>
        </p:nvSpPr>
        <p:spPr>
          <a:xfrm>
            <a:off x="13823010" y="1803668"/>
            <a:ext cx="2877489" cy="328362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9530" tIns="49530" rIns="49530" bIns="49530" numCol="1" spcCol="1270" anchor="ctr" anchorCtr="0">
            <a:noAutofit/>
          </a:bodyPr>
          <a:lstStyle/>
          <a:p>
            <a:pPr marL="0" lvl="0" indent="0" algn="l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pt-BR" sz="2000" b="1" dirty="0"/>
              <a:t>Realizamos a verificação diária de segurança de site e instalações nas máquinas pelos colaboradores, como neste caso podemos ver o bloqueio .</a:t>
            </a:r>
            <a:endParaRPr lang="pt-BR" sz="1300" dirty="0"/>
          </a:p>
        </p:txBody>
      </p:sp>
      <p:graphicFrame>
        <p:nvGraphicFramePr>
          <p:cNvPr id="3" name="Objeto 2">
            <a:hlinkClick r:id="" action="ppaction://ole?verb=0"/>
            <a:extLst>
              <a:ext uri="{FF2B5EF4-FFF2-40B4-BE49-F238E27FC236}">
                <a16:creationId xmlns:a16="http://schemas.microsoft.com/office/drawing/2014/main" id="{7A09B6B7-86A2-CB09-DF75-F41B6A3F7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4770"/>
              </p:ext>
            </p:extLst>
          </p:nvPr>
        </p:nvGraphicFramePr>
        <p:xfrm>
          <a:off x="0" y="614362"/>
          <a:ext cx="15959138" cy="864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614362"/>
                        <a:ext cx="15959138" cy="8643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107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>
            <a:hlinkClick r:id="" action="ppaction://ole?verb=0"/>
            <a:extLst>
              <a:ext uri="{FF2B5EF4-FFF2-40B4-BE49-F238E27FC236}">
                <a16:creationId xmlns:a16="http://schemas.microsoft.com/office/drawing/2014/main" id="{1B336080-0A90-CFFD-BBF1-66150F552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32663"/>
              </p:ext>
            </p:extLst>
          </p:nvPr>
        </p:nvGraphicFramePr>
        <p:xfrm>
          <a:off x="1085850" y="542925"/>
          <a:ext cx="14901863" cy="843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5850" y="542925"/>
                        <a:ext cx="14901863" cy="843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8155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125E6-DE3F-EC16-F18E-892E498C0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>
            <a:hlinkClick r:id="" action="ppaction://ole?verb=0"/>
            <a:extLst>
              <a:ext uri="{FF2B5EF4-FFF2-40B4-BE49-F238E27FC236}">
                <a16:creationId xmlns:a16="http://schemas.microsoft.com/office/drawing/2014/main" id="{24E2BA48-6955-2340-CDE8-29790DEFAA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321395"/>
              </p:ext>
            </p:extLst>
          </p:nvPr>
        </p:nvGraphicFramePr>
        <p:xfrm>
          <a:off x="263524" y="592138"/>
          <a:ext cx="15681326" cy="843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3524" y="592138"/>
                        <a:ext cx="15681326" cy="843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880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EA8147D0-C5B5-9A22-D164-968ED7096B51}"/>
              </a:ext>
            </a:extLst>
          </p:cNvPr>
          <p:cNvSpPr txBox="1"/>
          <p:nvPr/>
        </p:nvSpPr>
        <p:spPr>
          <a:xfrm>
            <a:off x="3412090" y="1938963"/>
            <a:ext cx="1149929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1800"/>
            </a:pPr>
            <a:endParaRPr lang="pt-BR" sz="3000" dirty="0">
              <a:effectLst/>
            </a:endParaRPr>
          </a:p>
          <a:p>
            <a:pPr lvl="2"/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aphicFrame>
        <p:nvGraphicFramePr>
          <p:cNvPr id="2" name="Objeto 1">
            <a:hlinkClick r:id="" action="ppaction://ole?verb=0"/>
            <a:extLst>
              <a:ext uri="{FF2B5EF4-FFF2-40B4-BE49-F238E27FC236}">
                <a16:creationId xmlns:a16="http://schemas.microsoft.com/office/drawing/2014/main" id="{F1ED21A1-8C6C-A84A-9E1C-2390E434D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515040"/>
              </p:ext>
            </p:extLst>
          </p:nvPr>
        </p:nvGraphicFramePr>
        <p:xfrm>
          <a:off x="385762" y="557213"/>
          <a:ext cx="15559087" cy="871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5762" y="557213"/>
                        <a:ext cx="15559087" cy="871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93366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92DD7-2292-D01C-9A91-DE75E81B9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B9E3F0E-A2D8-006B-9354-9728F1E1D935}"/>
              </a:ext>
            </a:extLst>
          </p:cNvPr>
          <p:cNvSpPr txBox="1"/>
          <p:nvPr/>
        </p:nvSpPr>
        <p:spPr>
          <a:xfrm>
            <a:off x="3412090" y="1938963"/>
            <a:ext cx="1149929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eaLnBrk="1" latinLnBrk="0" hangingPunct="1">
              <a:spcBef>
                <a:spcPts val="0"/>
              </a:spcBef>
              <a:spcAft>
                <a:spcPts val="0"/>
              </a:spcAft>
              <a:buClrTx/>
              <a:buSzPts val="1800"/>
            </a:pPr>
            <a:endParaRPr lang="pt-BR" sz="3000" dirty="0">
              <a:effectLst/>
            </a:endParaRPr>
          </a:p>
          <a:p>
            <a:pPr lvl="2"/>
            <a:endParaRPr lang="pt-BR" sz="1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aphicFrame>
        <p:nvGraphicFramePr>
          <p:cNvPr id="2" name="Objeto 1">
            <a:hlinkClick r:id="" action="ppaction://ole?verb=0"/>
            <a:extLst>
              <a:ext uri="{FF2B5EF4-FFF2-40B4-BE49-F238E27FC236}">
                <a16:creationId xmlns:a16="http://schemas.microsoft.com/office/drawing/2014/main" id="{3089F646-5114-6150-539F-8DD7D9D417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993619"/>
              </p:ext>
            </p:extLst>
          </p:nvPr>
        </p:nvGraphicFramePr>
        <p:xfrm>
          <a:off x="1371601" y="550168"/>
          <a:ext cx="14601824" cy="8722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7315386" imgH="4114948" progId="PowerPoint.Show.12">
                  <p:embed/>
                </p:oleObj>
              </mc:Choice>
              <mc:Fallback>
                <p:oleObj name="Presentation" r:id="rId2" imgW="7315386" imgH="4114948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1601" y="550168"/>
                        <a:ext cx="14601824" cy="8722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64333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a84d9c8-bd83-4d69-bd62-c8db4517b237">
      <UserInfo>
        <DisplayName>Diogo Fonseca Carbonari de Almeida</DisplayName>
        <AccountId>321</AccountId>
        <AccountType/>
      </UserInfo>
    </SharedWithUsers>
    <TaxCatchAll xmlns="1a84d9c8-bd83-4d69-bd62-c8db4517b237" xsi:nil="true"/>
    <lcf76f155ced4ddcb4097134ff3c332f xmlns="ed0f7a1a-dbb5-4b06-a051-6e141945929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506F14F6504CB4CB3A41C5F40800795" ma:contentTypeVersion="14" ma:contentTypeDescription="Crie um novo documento." ma:contentTypeScope="" ma:versionID="dce8f7bb032d3692e643ee48fe10f71d">
  <xsd:schema xmlns:xsd="http://www.w3.org/2001/XMLSchema" xmlns:xs="http://www.w3.org/2001/XMLSchema" xmlns:p="http://schemas.microsoft.com/office/2006/metadata/properties" xmlns:ns2="ed0f7a1a-dbb5-4b06-a051-6e141945929e" xmlns:ns3="1a84d9c8-bd83-4d69-bd62-c8db4517b237" targetNamespace="http://schemas.microsoft.com/office/2006/metadata/properties" ma:root="true" ma:fieldsID="cd97513a3412d87fdf60595b7d8a080f" ns2:_="" ns3:_="">
    <xsd:import namespace="ed0f7a1a-dbb5-4b06-a051-6e141945929e"/>
    <xsd:import namespace="1a84d9c8-bd83-4d69-bd62-c8db4517b2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0f7a1a-dbb5-4b06-a051-6e14194592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026f327-6744-45a1-bdae-278364ed8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4d9c8-bd83-4d69-bd62-c8db4517b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99416231-3a3b-4acc-ab7f-c5ce52be742b}" ma:internalName="TaxCatchAll" ma:showField="CatchAllData" ma:web="1a84d9c8-bd83-4d69-bd62-c8db4517b2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D246FE0-A88D-4D67-8333-138A705BA291}">
  <ds:schemaRefs>
    <ds:schemaRef ds:uri="ed0f7a1a-dbb5-4b06-a051-6e141945929e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1a84d9c8-bd83-4d69-bd62-c8db4517b237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33D8EAD-5CB4-4D0D-9361-34379E0ECC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0f7a1a-dbb5-4b06-a051-6e141945929e"/>
    <ds:schemaRef ds:uri="1a84d9c8-bd83-4d69-bd62-c8db4517b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F6DF779-D104-45E3-BD76-FA8E99D687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31727</TotalTime>
  <Words>30</Words>
  <Application>Microsoft Office PowerPoint</Application>
  <PresentationFormat>Personalizar</PresentationFormat>
  <Paragraphs>2</Paragraphs>
  <Slides>13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Segoe UI Light</vt:lpstr>
      <vt:lpstr>Tema do Office</vt:lpstr>
      <vt:lpstr>Apresentação do Microsoft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Caio Danziere</dc:creator>
  <cp:lastModifiedBy>Denilson Gonçalves</cp:lastModifiedBy>
  <cp:revision>26</cp:revision>
  <cp:lastPrinted>2024-09-23T16:30:16Z</cp:lastPrinted>
  <dcterms:created xsi:type="dcterms:W3CDTF">2018-02-15T14:32:22Z</dcterms:created>
  <dcterms:modified xsi:type="dcterms:W3CDTF">2026-03-06T13:33:52Z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0x010100E506F14F6504CB4CB3A41C5F40800795</vt:lpwstr>
  </property>
  <property fmtid="{D5CDD505-2E9C-101B-9397-08002B2CF9AE}" pid="3" name="MediaServiceImageTags">
    <vt:lpwstr/>
  </property>
</Properties>
</file>